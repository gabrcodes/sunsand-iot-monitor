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SunSand IoT Monitor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[FILL IN: team member names + IDs]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Microprocessor Course — Project Discussion · 2026-05-18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 idea </a:t>
            </a:r>
            <a:r>
              <a:rPr b="1"/>
              <a:t>#4 — IoT Environmental Monitor</a:t>
            </a:r>
            <a:r>
              <a:rPr/>
              <a:t>, extended end to end.</a:t>
            </a:r>
          </a:p>
          <a:p>
            <a:pPr lvl="0"/>
            <a:r>
              <a:rPr/>
              <a:t>A </a:t>
            </a:r>
            <a:r>
              <a:rPr b="1"/>
              <a:t>bidirectional LoRa link</a:t>
            </a:r>
            <a:r>
              <a:rPr/>
              <a:t> + a </a:t>
            </a:r>
            <a:r>
              <a:rPr b="1"/>
              <a:t>WiFi-to-cloud dashboard on AWS</a:t>
            </a:r>
            <a:r>
              <a:rPr/>
              <a:t>.</a:t>
            </a:r>
          </a:p>
          <a:p>
            <a:pPr lvl="0"/>
            <a:r>
              <a:rPr/>
              <a:t>Node reads sensors → safety rule → 433 MHz LoRa → gateway → WiFi/HTTP → AWS Flask → live web dashboard at </a:t>
            </a:r>
            <a:r>
              <a:rPr>
                <a:latin typeface="Courier"/>
              </a:rPr>
              <a:t>iot.gabr.online:8080</a:t>
            </a:r>
            <a:r>
              <a:rPr/>
              <a:t>.</a:t>
            </a:r>
          </a:p>
          <a:p>
            <a:pPr lvl="0"/>
            <a:r>
              <a:rPr/>
              <a:t>Demonstrates: 1-wire digital, ADC, GPIO, SPI+RF, half-duplex bidirectional radio, ESP32 WiFi + HTTP client, token-secured cloud API, FSM firmware with an EVAL/ALARM branch.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contributions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Contribution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[FILL IN: name 1]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[e.g. Node A firmware + sensors + the EVAL/ALARM rule]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[FILL IN: name 2]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[e.g. gateway firmware + the bidirectional ACK]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[FILL IN: name 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[e.g. WiFi + cloud service + AWS deployment]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[FILL IN: name 4]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[e.g. dashboard + report + presentation]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(Replace every [FILL IN] before presenting.)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[Node A]  --LoRa data--&gt;  [Gateway]  --WiFi/HTTP--&gt;  [AWS EC2]  --&gt; browser
  DHT22 + photoresistor     ESP32+LoRa                 Flask :8080  iot.gabr.online
  (EVAL/ALARM bonus)  &lt;--LoRa ACK--  + WiFi            (token-gated)</a:t>
            </a:r>
          </a:p>
          <a:p>
            <a:pPr lvl="0"/>
            <a:r>
              <a:rPr/>
              <a:t>LoRa hop is </a:t>
            </a:r>
            <a:r>
              <a:rPr b="1"/>
              <a:t>bidirectional</a:t>
            </a:r>
            <a:r>
              <a:rPr/>
              <a:t> (gateway ACKs every packet, node confirms).</a:t>
            </a:r>
          </a:p>
          <a:p>
            <a:pPr lvl="0"/>
            <a:r>
              <a:rPr/>
              <a:t>WiFi is a </a:t>
            </a:r>
            <a:r>
              <a:rPr b="1"/>
              <a:t>non-fatal added stage</a:t>
            </a:r>
            <a:r>
              <a:rPr/>
              <a:t> — lose it and the link still LoRa-ACKs + prints to USB.</a:t>
            </a:r>
          </a:p>
          <a:p>
            <a:pPr lvl="0"/>
            <a:r>
              <a:rPr i="1"/>
              <a:t>(Vector diagrams are in the report PDF.)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Sensors used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ESP32-WROOM ×2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MCU for node + gateway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LoRa Ra-01 (SX1278) ×2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433 MHz radio (both boards)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DHT22 ×1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1-wire digital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 + humidity, Node 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Photoresistor ×1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Analog (ADC)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 / day-night, Node 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Circuit schematic (Node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+-----------+ GPIO4   DHT22 (temp/hum, 1-wire)
   Ra-01 ---|  ESP32    |
   (SPI)    |  Node A   | GPIO34  Photoresistor AO (ADC1)
            +-----------+</a:t>
            </a:r>
          </a:p>
          <a:p>
            <a:pPr lvl="0"/>
            <a:r>
              <a:rPr/>
              <a:t>Ra-01 at </a:t>
            </a:r>
            <a:r>
              <a:rPr b="1"/>
              <a:t>3.3 V</a:t>
            </a:r>
            <a:r>
              <a:rPr/>
              <a:t> (never 5 V) + 100 nF + ~17 cm antenna wire.</a:t>
            </a:r>
          </a:p>
          <a:p>
            <a:pPr lvl="0"/>
            <a:r>
              <a:rPr/>
              <a:t>LoRa SPI: SCK 18 / MISO 19 / MOSI 23, NSS 5 / RST 27 / DIO0 26.</a:t>
            </a:r>
          </a:p>
          <a:p>
            <a:pPr lvl="0"/>
            <a:r>
              <a:rPr/>
              <a:t>Gateway = same ESP32 + Ra-01, no sensors.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machine — Node A (bonus + 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INIT -&gt; READ -&gt; EVAL --(hot|dark&amp;humid)--&gt; ALARM --.
                   \                                  \ alarm=1
                    \--(safe)--&gt; BUILD &lt;--------------'
                                   |
        WAIT &lt;- WAITACK &lt;- SEND &lt;--'   (WAITACK listens ~600ms for ACK)</a:t>
            </a:r>
          </a:p>
          <a:p>
            <a:pPr lvl="0"/>
            <a:r>
              <a:rPr b="1"/>
              <a:t>ALARM</a:t>
            </a:r>
            <a:r>
              <a:rPr/>
              <a:t> is a real extra state (overheat OR dark+humid).</a:t>
            </a:r>
          </a:p>
          <a:p>
            <a:pPr lvl="0"/>
            <a:r>
              <a:rPr b="1"/>
              <a:t>WAITACK</a:t>
            </a:r>
            <a:r>
              <a:rPr/>
              <a:t> flips the radio to RX and confirms the gateway’s </a:t>
            </a:r>
            <a:r>
              <a:rPr>
                <a:latin typeface="Courier"/>
              </a:rPr>
              <a:t>ACK,&lt;seq&gt;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machine — Gateway (bridge)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INIT(LoRa+WiFi) -&gt; LISTEN --(packet)--&gt; PARSE -&gt; EMIT -&gt; LISTEN
                       \--(5s)--&gt; STATUS --^
 EMIT = (1) LoRa ACK back  (2) USB print  (3) WiFi HTTP POST</a:t>
            </a:r>
          </a:p>
          <a:p>
            <a:pPr lvl="0"/>
            <a:r>
              <a:rPr/>
              <a:t>ACK is sent </a:t>
            </a:r>
            <a:r>
              <a:rPr b="1"/>
              <a:t>before</a:t>
            </a:r>
            <a:r>
              <a:rPr/>
              <a:t> the POST — a slow hotspot can’t break the round-trip.</a:t>
            </a:r>
          </a:p>
          <a:p>
            <a:pPr lvl="0"/>
            <a:r>
              <a:rPr/>
              <a:t>WiFi non-fatal: join fails → still ACK + USB, retry on heartbeat.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code — the bonus safety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hot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tempC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TEMP_HOT_C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condensation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night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humPct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HUM_HIGH_PCT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state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hot </a:t>
            </a:r>
            <a:r>
              <a:rPr>
                <a:solidFill>
                  <a:srgbClr val="666666"/>
                </a:solidFill>
                <a:latin typeface="Courier"/>
              </a:rPr>
              <a:t>||</a:t>
            </a:r>
            <a:r>
              <a:rPr>
                <a:latin typeface="Courier"/>
              </a:rPr>
              <a:t> condensation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S_ALARM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S_BUILD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code — bidirectional 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gateway, on each received packet:</a:t>
            </a:r>
            <a:br/>
            <a:r>
              <a:rPr>
                <a:latin typeface="Courier"/>
              </a:rPr>
              <a:t>sendAck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// LoRa TX back to node (fast, first)</a:t>
            </a:r>
            <a:br/>
            <a:r>
              <a:rPr>
                <a:latin typeface="Courier"/>
              </a:rPr>
              <a:t>Serial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// local debug</a:t>
            </a:r>
            <a:br/>
            <a:r>
              <a:rPr>
                <a:latin typeface="Courier"/>
              </a:rPr>
              <a:t>cloudPost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out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WiFi HTTP POST (may block; done last)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node, WAITACK: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strncmp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"ACK,"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)==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strtoul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)==</a:t>
            </a:r>
            <a:r>
              <a:rPr>
                <a:latin typeface="Courier"/>
              </a:rPr>
              <a:t>sentSeq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ackOk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Flask </a:t>
            </a:r>
            <a:r>
              <a:rPr>
                <a:latin typeface="Courier"/>
              </a:rPr>
              <a:t>cloud_app.py</a:t>
            </a:r>
            <a:r>
              <a:rPr/>
              <a:t> as a </a:t>
            </a:r>
            <a:r>
              <a:rPr b="1"/>
              <a:t>systemd service</a:t>
            </a:r>
            <a:r>
              <a:rPr/>
              <a:t> on AWS EC2, </a:t>
            </a:r>
            <a:r>
              <a:rPr b="1"/>
              <a:t>port 8080</a:t>
            </a:r>
            <a:r>
              <a:rPr/>
              <a:t>, own venv.</a:t>
            </a:r>
          </a:p>
          <a:p>
            <a:pPr lvl="0"/>
            <a:r>
              <a:rPr/>
              <a:t>Co-tenant box runs an unrelated service on 80/443 — </a:t>
            </a:r>
            <a:r>
              <a:rPr b="1"/>
              <a:t>isolated by port</a:t>
            </a:r>
            <a:r>
              <a:rPr/>
              <a:t>, untouched.</a:t>
            </a:r>
          </a:p>
          <a:p>
            <a:pPr lvl="0"/>
            <a:r>
              <a:rPr/>
              <a:t>One SG rule opens 8080; ingest gated by an </a:t>
            </a:r>
            <a:r>
              <a:rPr b="1"/>
              <a:t>X-Token</a:t>
            </a:r>
            <a:r>
              <a:rPr/>
              <a:t> secret.</a:t>
            </a:r>
          </a:p>
          <a:p>
            <a:pPr lvl="0"/>
            <a:r>
              <a:rPr/>
              <a:t>Route 53 → </a:t>
            </a:r>
            <a:r>
              <a:rPr>
                <a:latin typeface="Courier"/>
              </a:rPr>
              <a:t>iot.gabr.online</a:t>
            </a:r>
            <a:r>
              <a:rPr/>
              <a:t>. Token + WiFi creds </a:t>
            </a:r>
            <a:r>
              <a:rPr b="1"/>
              <a:t>gitignored</a:t>
            </a:r>
            <a:r>
              <a:rPr/>
              <a:t> (</a:t>
            </a:r>
            <a:r>
              <a:rPr>
                <a:latin typeface="Courier"/>
              </a:rPr>
              <a:t>secrets.h</a:t>
            </a:r>
            <a:r>
              <a:rPr/>
              <a:t>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features (bonus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Bidirectional LoRa</a:t>
            </a:r>
            <a:r>
              <a:rPr/>
              <a:t> — gateway ACKs, node confirms; ACK before cloud POST.</a:t>
            </a:r>
          </a:p>
          <a:p>
            <a:pPr lvl="0" indent="-342900" marL="342900">
              <a:buAutoNum type="arabicPeriod"/>
            </a:pPr>
            <a:r>
              <a:rPr b="1"/>
              <a:t>WiFi cloud uplink</a:t>
            </a:r>
            <a:r>
              <a:rPr/>
              <a:t> — token-secured AWS dashboard reachable anywhere.</a:t>
            </a:r>
          </a:p>
          <a:p>
            <a:pPr lvl="0" indent="-342900" marL="342900">
              <a:buAutoNum type="arabicPeriod"/>
            </a:pPr>
            <a:r>
              <a:rPr b="1"/>
              <a:t>Environment-safety ALARM state</a:t>
            </a:r>
            <a:r>
              <a:rPr/>
              <a:t> — overheat / dark+humid; LDR participates.</a:t>
            </a:r>
          </a:p>
          <a:p>
            <a:pPr lvl="0" indent="-342900" marL="342900">
              <a:buAutoNum type="arabicPeriod"/>
            </a:pPr>
            <a:r>
              <a:rPr b="1"/>
              <a:t>Self-healing + graceful degradation</a:t>
            </a:r>
            <a:r>
              <a:rPr/>
              <a:t> — faults retry; WiFi loss ≠ outage.</a:t>
            </a:r>
          </a:p>
          <a:p>
            <a:pPr lvl="0" indent="-342900" marL="342900">
              <a:buAutoNum type="arabicPeriod"/>
            </a:pPr>
            <a:r>
              <a:rPr b="1"/>
              <a:t>Hardware-independent demo path</a:t>
            </a:r>
            <a:r>
              <a:rPr/>
              <a:t> — </a:t>
            </a:r>
            <a:r>
              <a:rPr>
                <a:latin typeface="Courier"/>
              </a:rPr>
              <a:t>USE_LORA 0</a:t>
            </a:r>
            <a:r>
              <a:rPr/>
              <a:t> → straight to USB.</a:t>
            </a:r>
          </a:p>
          <a:p>
            <a:pPr lvl="0" indent="-342900" marL="342900">
              <a:buAutoNum type="arabicPeriod"/>
            </a:pPr>
            <a:r>
              <a:rPr b="1"/>
              <a:t>Secrets hygiene</a:t>
            </a:r>
            <a:r>
              <a:rPr/>
              <a:t> — no credentials in committed code.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Cloud: no/bad token → 403, good token → 204, packet shows in </a:t>
            </a:r>
            <a:r>
              <a:rPr>
                <a:latin typeface="Courier"/>
              </a:rPr>
              <a:t>/data</a:t>
            </a:r>
            <a:r>
              <a:rPr/>
              <a:t>. </a:t>
            </a:r>
            <a:r>
              <a:rPr b="1"/>
              <a:t>Pass.</a:t>
            </a:r>
          </a:p>
          <a:p>
            <a:pPr lvl="0"/>
            <a:r>
              <a:rPr/>
              <a:t>WiFi: 2.4 GHz scan found hotspot −30..−45 dBm; gateway joined (172.20.10.x), POST 204. </a:t>
            </a:r>
            <a:r>
              <a:rPr b="1"/>
              <a:t>Pass.</a:t>
            </a:r>
          </a:p>
          <a:p>
            <a:pPr lvl="0"/>
            <a:r>
              <a:rPr/>
              <a:t>Dashboard </a:t>
            </a:r>
            <a:r>
              <a:rPr>
                <a:latin typeface="Courier"/>
              </a:rPr>
              <a:t>--fake</a:t>
            </a:r>
            <a:r>
              <a:rPr/>
              <a:t>: renders, counters advance, day/night + alarm toggle. </a:t>
            </a:r>
            <a:r>
              <a:rPr b="1"/>
              <a:t>Pass.</a:t>
            </a:r>
          </a:p>
          <a:p>
            <a:pPr lvl="0"/>
            <a:r>
              <a:rPr/>
              <a:t>[FILL IN: real-hardware RSSI at demo distance + sensor sanity ticks]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[EMBED OR LINK the recorded demo video here.]</a:t>
            </a:r>
          </a:p>
          <a:p>
            <a:pPr lvl="0"/>
            <a:r>
              <a:rPr/>
              <a:t>Power gateway → </a:t>
            </a:r>
            <a:r>
              <a:rPr>
                <a:latin typeface="Courier"/>
              </a:rPr>
              <a:t># WiFi OK</a:t>
            </a:r>
            <a:r>
              <a:rPr/>
              <a:t>; power Node A → dashboard ONLINE + </a:t>
            </a:r>
            <a:r>
              <a:rPr>
                <a:latin typeface="Courier"/>
              </a:rPr>
              <a:t>ACK ok</a:t>
            </a:r>
            <a:r>
              <a:rPr/>
              <a:t> on node serial; cover LDR → NIGHT; warm DHT22 → </a:t>
            </a:r>
            <a:r>
              <a:rPr b="1"/>
              <a:t>ENVIRONMENT ALARM</a:t>
            </a:r>
            <a:r>
              <a:rPr/>
              <a:t> banner; remove → clears.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 brief (idea #4); extended to a bidirectional link + cloud dashboard with an on-board safety state.</a:t>
            </a:r>
          </a:p>
          <a:p>
            <a:pPr lvl="0"/>
            <a:r>
              <a:rPr/>
              <a:t>Clean FSM firmware, documented protocol, secrets hygiene, 6 bonus features.</a:t>
            </a:r>
          </a:p>
          <a:p>
            <a:pPr lvl="0"/>
            <a:r>
              <a:rPr/>
              <a:t>Future: TLS on the uplink, gateway→node command path on the ACK channel, more nodes (protocol namespaces by node ID).</a:t>
            </a:r>
          </a:p>
          <a:p>
            <a:pPr lvl="0" indent="0" marL="0">
              <a:buNone/>
            </a:pPr>
            <a:r>
              <a:rPr b="1"/>
              <a:t>Thank you —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SunSand IoT Monitor</dc:title>
  <dc:creator>[FILL IN: team member names + IDs]</dc:creator>
  <cp:keywords/>
  <dcterms:created xsi:type="dcterms:W3CDTF">2026-05-18T01:42:05Z</dcterms:created>
  <dcterms:modified xsi:type="dcterms:W3CDTF">2026-05-18T01:42:05Z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Microprocessor Course — Project Discussion · 2026-05-18</vt:lpwstr>
  </property>
</Properties>
</file>