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SunSand IoT Monitor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[FILL IN: team member names + IDs]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Microprocessor Course — Project Discussion · 2026-05-17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Project idea </a:t>
            </a:r>
            <a:r>
              <a:rPr b="1"/>
              <a:t>#4 — IoT Environmental Monitor</a:t>
            </a:r>
            <a:r>
              <a:rPr/>
              <a:t>, extended.</a:t>
            </a:r>
          </a:p>
          <a:p>
            <a:pPr lvl="0"/>
            <a:r>
              <a:rPr/>
              <a:t>Instead of one board: </a:t>
            </a:r>
            <a:r>
              <a:rPr b="1"/>
              <a:t>two LoRa sensor nodes + a gateway</a:t>
            </a:r>
            <a:r>
              <a:rPr/>
              <a:t> (three ESP32s).</a:t>
            </a:r>
          </a:p>
          <a:p>
            <a:pPr lvl="0"/>
            <a:r>
              <a:rPr/>
              <a:t>Nodes read sensors → transmit over </a:t>
            </a:r>
            <a:r>
              <a:rPr b="1"/>
              <a:t>433 MHz LoRa</a:t>
            </a:r>
            <a:r>
              <a:rPr/>
              <a:t> → gateway → </a:t>
            </a:r>
            <a:r>
              <a:rPr b="1"/>
              <a:t>USB serial</a:t>
            </a:r>
            <a:r>
              <a:rPr/>
              <a:t> → live laptop dashboard.</a:t>
            </a:r>
          </a:p>
          <a:p>
            <a:pPr lvl="0"/>
            <a:r>
              <a:rPr/>
              <a:t>Demonstrates: I²C, 1-wire digital, GPIO, SPI+RF, UART-to-host, and an explicit finite-state-machine firmware on every board.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contributions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Contribution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[FILL IN: name 1]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[e.g. Node A firmware + sensor wiring + testing]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[FILL IN: name 2]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[e.g. Node B firmware + alarm logic + buzzer]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[FILL IN: name 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[e.g. Gateway firmware + LoRa bring-up]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[FILL IN: name 4]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[e.g. Dashboard + report + presentation]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(Replace every [FILL IN] before presenting.)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block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[Node A]  Weather       \
  DHT22 + BH1750           \  LoRa 433 MHz
                            &gt;---&gt;  [Gateway]  --USB serial--&gt;  [Laptop]
 [Node B]  Env./Security   /       ESP32+LoRa     JSON lines    dashboard
  DHT22 + PIR + reed      /        (no sensors)
  + buzzer (alarm)</a:t>
            </a:r>
          </a:p>
          <a:p>
            <a:pPr lvl="0"/>
            <a:r>
              <a:rPr/>
              <a:t>Nodes are transmit-only; gateway is RX on radio, TX on USB.</a:t>
            </a:r>
          </a:p>
          <a:p>
            <a:pPr lvl="0"/>
            <a:r>
              <a:rPr/>
              <a:t>No WiFi / broker in the room → rock-solid demo.</a:t>
            </a:r>
          </a:p>
          <a:p>
            <a:pPr lvl="0"/>
            <a:r>
              <a:rPr i="1"/>
              <a:t>(Vector version of every diagram is in the report PDF.)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Sensors used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ESP32-WROOM ×3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MCU for each node + gateway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LoRa Ra-01 (SX1278) ×3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433 MHz radio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DHT22 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1-wire digital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 + humidity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BH1750 ×1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I²C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(lux), Node 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HC-SR501 PIR ×1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Motion, Node 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Reed switch ×1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Door open/closed, Node 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Active buzzer ×1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Alarm, Node B (bonus)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Circuit schematic (Node B shown)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+-----------+ GPIO4   DHT22
            |           |-------- (temp/hum)
   Ra-01 ---|  ESP32    | GPIO34  HC-SR501 PIR
   (SPI)    |  Node B   | GPIO32  Reed switch (INPUT_PULLUP -&gt; GND)
            |           | GPIO25  Buzzer
            +-----------+</a:t>
            </a:r>
          </a:p>
          <a:p>
            <a:pPr lvl="0"/>
            <a:r>
              <a:rPr/>
              <a:t>Ra-01 powered at </a:t>
            </a:r>
            <a:r>
              <a:rPr b="1"/>
              <a:t>3.3 V</a:t>
            </a:r>
            <a:r>
              <a:rPr/>
              <a:t> (never 5 V) + 100 nF decoupling.</a:t>
            </a:r>
          </a:p>
          <a:p>
            <a:pPr lvl="0"/>
            <a:r>
              <a:rPr/>
              <a:t>LoRa SPI bus: SCK 18 / MISO 19 / MOSI 23, NSS 5 / RST 27 / DIO0 26.</a:t>
            </a:r>
          </a:p>
          <a:p>
            <a:pPr lvl="0"/>
            <a:r>
              <a:rPr/>
              <a:t>Node A swaps PIR/reed/buzzer for a BH1750 on I²C (SDA 21, SCL 22).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 machine — the firmware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board = one </a:t>
            </a:r>
            <a:r>
              <a:rPr>
                <a:latin typeface="Courier"/>
              </a:rPr>
              <a:t>enum</a:t>
            </a:r>
            <a:r>
              <a:rPr/>
              <a:t> of states + a </a:t>
            </a:r>
            <a:r>
              <a:rPr>
                <a:latin typeface="Courier"/>
              </a:rPr>
              <a:t>switch</a:t>
            </a:r>
            <a:r>
              <a:rPr/>
              <a:t> in </a:t>
            </a:r>
            <a:r>
              <a:rPr>
                <a:latin typeface="Courier"/>
              </a:rPr>
              <a:t>loop()</a:t>
            </a:r>
            <a:r>
              <a:rPr/>
              <a:t>. One </a:t>
            </a:r>
            <a:r>
              <a:rPr>
                <a:latin typeface="Courier"/>
              </a:rPr>
              <a:t>case</a:t>
            </a:r>
            <a:r>
              <a:rPr/>
              <a:t> = one state. Direct 1:1 mapping to the diagram.</a:t>
            </a:r>
          </a:p>
          <a:p>
            <a:pPr lvl="0" indent="0">
              <a:buNone/>
            </a:pPr>
            <a:r>
              <a:rPr>
                <a:latin typeface="Courier"/>
              </a:rPr>
              <a:t> Node:    INIT -&gt; READ -&gt; BUILD -&gt; SEND -&gt; WAIT -.
            \      \_ read fail _.                 \_ period _.
             \_ init fail _.      v                            v
                            ERROR &lt;----------------------------'
                              \_ retry _-&gt; INIT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 machine — Node B (the bonus branch)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INIT -&gt; READ -&gt; EVAL --(motion &amp; door open)--&gt; ALARM --.
                   \                                      \  buzzer on
                    \--(safe)----------------&gt; BUILD &lt;-----'  alarm=1
                                                 |
                                       SEND &lt;----'--&gt; WAIT --&gt; READ</a:t>
            </a:r>
          </a:p>
          <a:p>
            <a:pPr lvl="0"/>
            <a:r>
              <a:rPr b="1"/>
              <a:t>ALARM is a real extra state</a:t>
            </a:r>
            <a:r>
              <a:rPr/>
              <a:t>, not just an </a:t>
            </a:r>
            <a:r>
              <a:rPr>
                <a:latin typeface="Courier"/>
              </a:rPr>
              <a:t>if</a:t>
            </a:r>
            <a:r>
              <a:rPr/>
              <a:t>.</a:t>
            </a:r>
          </a:p>
          <a:p>
            <a:pPr lvl="0"/>
            <a:r>
              <a:rPr/>
              <a:t>In ALARM the node re-evaluates every 0.5 s (vs 3 s) so the buzzer clears fast.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code — the state machine skeleton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enum</a:t>
            </a:r>
            <a:r>
              <a:rPr>
                <a:latin typeface="Courier"/>
              </a:rPr>
              <a:t> State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S_INIT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S_READ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S_BUILD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S_SEND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S_WAIT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S_ERROR </a:t>
            </a:r>
            <a:r>
              <a:rPr>
                <a:solidFill>
                  <a:srgbClr val="666666"/>
                </a:solidFill>
                <a:latin typeface="Courier"/>
              </a:rPr>
              <a:t>};</a:t>
            </a:r>
            <a:br/>
            <a:r>
              <a:rPr>
                <a:latin typeface="Courier"/>
              </a:rPr>
              <a:t>State state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S_INIT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902000"/>
                </a:solidFill>
                <a:latin typeface="Courier"/>
              </a:rPr>
              <a:t>void</a:t>
            </a:r>
            <a:r>
              <a:rPr>
                <a:latin typeface="Courier"/>
              </a:rPr>
              <a:t> loop</a:t>
            </a:r>
            <a:r>
              <a:rPr>
                <a:solidFill>
                  <a:srgbClr val="666666"/>
                </a:solidFill>
                <a:latin typeface="Courier"/>
              </a:rPr>
              <a:t>()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switch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latin typeface="Courier"/>
              </a:rPr>
              <a:t>state</a:t>
            </a:r>
            <a:r>
              <a:rPr>
                <a:solidFill>
                  <a:srgbClr val="666666"/>
                </a:solidFill>
                <a:latin typeface="Courier"/>
              </a:rPr>
              <a:t>)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S_INIT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/* bring up sensors + radio */</a:t>
            </a:r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S_READ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/* sample; bad read -&gt; S_ERROR */</a:t>
            </a:r>
            <a:r>
              <a:rPr>
                <a:latin typeface="Courier"/>
              </a:rPr>
              <a:t>   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S_BUILD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/* snprintf the CSV payload */</a:t>
            </a:r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S_SEND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/* LoRa transmit (or USB fallback) */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S_WAIT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/* hold for the sense period */</a:t>
            </a:r>
            <a:r>
              <a:rPr>
                <a:latin typeface="Courier"/>
              </a:rPr>
              <a:t>     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S_ERROR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/* delay, retry -&gt; S_INIT */</a:t>
            </a:r>
            <a:r>
              <a:rPr>
                <a:latin typeface="Courier"/>
              </a:rPr>
              <a:t>        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code — the bonus security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S_EVAL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latin typeface="Courier"/>
              </a:rPr>
              <a:t>pir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&amp;&amp;</a:t>
            </a:r>
            <a:r>
              <a:rPr>
                <a:latin typeface="Courier"/>
              </a:rPr>
              <a:t> doorOpen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)</a:t>
            </a:r>
            <a:r>
              <a:rPr>
                <a:latin typeface="Courier"/>
              </a:rPr>
              <a:t> state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S_ALARM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 </a:t>
            </a:r>
            <a:r>
              <a:rPr i="1">
                <a:solidFill>
                  <a:srgbClr val="60A0B0"/>
                </a:solidFill>
                <a:latin typeface="Courier"/>
              </a:rPr>
              <a:t>// intrusion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alarm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digitalWrite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latin typeface="Courier"/>
              </a:rPr>
              <a:t>BUZZER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LOW</a:t>
            </a:r>
            <a:r>
              <a:rPr>
                <a:solidFill>
                  <a:srgbClr val="666666"/>
                </a:solidFill>
                <a:latin typeface="Courier"/>
              </a:rPr>
              <a:t>);</a:t>
            </a:r>
            <a:r>
              <a:rPr>
                <a:latin typeface="Courier"/>
              </a:rPr>
              <a:t> state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S_BUILD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case</a:t>
            </a:r>
            <a:r>
              <a:rPr>
                <a:latin typeface="Courier"/>
              </a:rPr>
              <a:t> S_ALARM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br/>
            <a:r>
              <a:rPr>
                <a:latin typeface="Courier"/>
              </a:rPr>
              <a:t>  alarm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digitalWrite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latin typeface="Courier"/>
              </a:rPr>
              <a:t>BUZZER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HIGH</a:t>
            </a:r>
            <a:r>
              <a:rPr>
                <a:solidFill>
                  <a:srgbClr val="666666"/>
                </a:solidFill>
                <a:latin typeface="Courier"/>
              </a:rPr>
              <a:t>);</a:t>
            </a:r>
            <a:r>
              <a:rPr>
                <a:latin typeface="Courier"/>
              </a:rPr>
              <a:t>  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sound it</a:t>
            </a:r>
            <a:br/>
            <a:r>
              <a:rPr>
                <a:latin typeface="Courier"/>
              </a:rPr>
              <a:t>  state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S_BUILD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        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// still report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break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firmware/common/protocol.h</a:t>
            </a:r>
            <a:r>
              <a:rPr/>
              <a:t> — LoRa params, pin map, node IDs, packet schema, </a:t>
            </a:r>
            <a:r>
              <a:rPr>
                <a:latin typeface="Courier"/>
              </a:rPr>
              <a:t>USE_LORA</a:t>
            </a:r>
            <a:r>
              <a:rPr/>
              <a:t> switch.</a:t>
            </a:r>
          </a:p>
          <a:p>
            <a:pPr lvl="0"/>
            <a:r>
              <a:rPr>
                <a:latin typeface="Courier"/>
              </a:rPr>
              <a:t>firmware/node_a</a:t>
            </a:r>
            <a:r>
              <a:rPr/>
              <a:t> / </a:t>
            </a:r>
            <a:r>
              <a:rPr>
                <a:latin typeface="Courier"/>
              </a:rPr>
              <a:t>node_b</a:t>
            </a:r>
            <a:r>
              <a:rPr/>
              <a:t> / </a:t>
            </a:r>
            <a:r>
              <a:rPr>
                <a:latin typeface="Courier"/>
              </a:rPr>
              <a:t>gateway</a:t>
            </a:r>
            <a:r>
              <a:rPr/>
              <a:t> — the three sketches (one state machine each).</a:t>
            </a:r>
          </a:p>
          <a:p>
            <a:pPr lvl="0"/>
            <a:r>
              <a:rPr>
                <a:latin typeface="Courier"/>
              </a:rPr>
              <a:t>dashboard/dashboard.py</a:t>
            </a:r>
            <a:r>
              <a:rPr/>
              <a:t> — Flask + pyserial live web dashboard, </a:t>
            </a:r>
            <a:r>
              <a:rPr>
                <a:latin typeface="Courier"/>
              </a:rPr>
              <a:t>--fake</a:t>
            </a:r>
            <a:r>
              <a:rPr/>
              <a:t> mode for hardware-free testing.</a:t>
            </a:r>
          </a:p>
          <a:p>
            <a:pPr lvl="0" indent="0" marL="0">
              <a:buNone/>
            </a:pPr>
            <a:r>
              <a:rPr b="1"/>
              <a:t>Design decision:</a:t>
            </a:r>
            <a:r>
              <a:rPr/>
              <a:t> compact </a:t>
            </a:r>
            <a:r>
              <a:rPr b="1"/>
              <a:t>CSV on the radio</a:t>
            </a:r>
            <a:r>
              <a:rPr/>
              <a:t> (tiny packet, no JSON lib on the nodes) → JSON built once </a:t>
            </a:r>
            <a:r>
              <a:rPr b="1"/>
              <a:t>on the gateway</a:t>
            </a:r>
            <a:r>
              <a:rPr/>
              <a:t> for the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features (bonus marks)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Intrusion alarm state</a:t>
            </a:r>
            <a:r>
              <a:rPr/>
              <a:t> — motion + door-open → buzzer + flagged packet.</a:t>
            </a:r>
          </a:p>
          <a:p>
            <a:pPr lvl="0" indent="-342900" marL="342900">
              <a:buAutoNum type="arabicPeriod"/>
            </a:pPr>
            <a:r>
              <a:rPr b="1"/>
              <a:t>Gateway link-stats heartbeat</a:t>
            </a:r>
            <a:r>
              <a:rPr/>
              <a:t> — per-node packet counts + RSSI every 5 s → offline detection + packet-loss measurement.</a:t>
            </a:r>
          </a:p>
          <a:p>
            <a:pPr lvl="0" indent="-342900" marL="342900">
              <a:buAutoNum type="arabicPeriod"/>
            </a:pPr>
            <a:r>
              <a:rPr b="1"/>
              <a:t>Hardware-independent demo path</a:t>
            </a:r>
            <a:r>
              <a:rPr/>
              <a:t> — </a:t>
            </a:r>
            <a:r>
              <a:rPr>
                <a:latin typeface="Courier"/>
              </a:rPr>
              <a:t>USE_LORA 0</a:t>
            </a:r>
            <a:r>
              <a:rPr/>
              <a:t> sends straight to USB if a radio fails on the day; same dashboard.</a:t>
            </a:r>
          </a:p>
          <a:p>
            <a:pPr lvl="0" indent="-342900" marL="342900">
              <a:buAutoNum type="arabicPeriod"/>
            </a:pPr>
            <a:r>
              <a:rPr b="1"/>
              <a:t>Self-healing firmware</a:t>
            </a:r>
            <a:r>
              <a:rPr/>
              <a:t> — any fault routes to ERROR and auto-retries instead of freezing.</a:t>
            </a:r>
          </a:p>
          <a:p>
            <a:pPr lvl="0" indent="-342900" marL="342900">
              <a:buAutoNum type="arabicPeriod"/>
            </a:pPr>
            <a:r>
              <a:rPr b="1"/>
              <a:t>Live styled web dashboard</a:t>
            </a:r>
            <a:r>
              <a:rPr/>
              <a:t> — online/offline per node, animated alarm banner, projector-ready.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Dashboard verified hardware-free via </a:t>
            </a:r>
            <a:r>
              <a:rPr>
                <a:latin typeface="Courier"/>
              </a:rPr>
              <a:t>--fake</a:t>
            </a:r>
            <a:r>
              <a:rPr/>
              <a:t>: page renders, </a:t>
            </a:r>
            <a:r>
              <a:rPr>
                <a:latin typeface="Courier"/>
              </a:rPr>
              <a:t>/data</a:t>
            </a:r>
            <a:r>
              <a:rPr/>
              <a:t> valid, counters advance, alarm banner toggles. </a:t>
            </a:r>
            <a:r>
              <a:rPr b="1"/>
              <a:t>Pass.</a:t>
            </a:r>
          </a:p>
          <a:p>
            <a:pPr lvl="0"/>
            <a:r>
              <a:rPr/>
              <a:t>Each board prints a boot banner; INIT reports per-subsystem OK; faults auto-retry.</a:t>
            </a:r>
          </a:p>
          <a:p>
            <a:pPr lvl="0"/>
            <a:r>
              <a:rPr/>
              <a:t>Packet </a:t>
            </a:r>
            <a:r>
              <a:rPr>
                <a:latin typeface="Courier"/>
              </a:rPr>
              <a:t>seq</a:t>
            </a:r>
            <a:r>
              <a:rPr/>
              <a:t> counter + gateway counts → packet-loss visible.</a:t>
            </a:r>
          </a:p>
          <a:p>
            <a:pPr lvl="0"/>
            <a:r>
              <a:rPr/>
              <a:t>[FILL IN: real-hardware sensor sanity + measured RSSI at demo distance]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[EMBED OR LINK the recorded demo video here.]</a:t>
            </a:r>
          </a:p>
          <a:p>
            <a:pPr lvl="0"/>
            <a:r>
              <a:rPr/>
              <a:t>Shows: power on gateway → dashboard “online”, power node B → live temp/hum, wave hand → motion, open “door” magnet → alarm banner + buzzer, power node A → light reading reacts to a torch.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 brief (idea #4), extended to a real wireless sensor network.</a:t>
            </a:r>
          </a:p>
          <a:p>
            <a:pPr lvl="0"/>
            <a:r>
              <a:rPr/>
              <a:t>Clean FSM firmware, documented protocol, live dashboard, 5 bonus features.</a:t>
            </a:r>
          </a:p>
          <a:p>
            <a:pPr lvl="0"/>
            <a:r>
              <a:rPr/>
              <a:t>Future: return path (gateway→node), swap USB for WiFi/MQTT, more nodes (protocol already namespaces by node ID).</a:t>
            </a:r>
          </a:p>
          <a:p>
            <a:pPr lvl="0" indent="0" marL="0">
              <a:buNone/>
            </a:pPr>
            <a:r>
              <a:rPr b="1"/>
              <a:t>Thank you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SunSand IoT Monitor</dc:title>
  <dc:creator>[FILL IN: team member names + IDs]</dc:creator>
  <cp:keywords/>
  <dcterms:created xsi:type="dcterms:W3CDTF">2026-05-15T23:38:55Z</dcterms:created>
  <dcterms:modified xsi:type="dcterms:W3CDTF">2026-05-15T23:38:55Z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Microprocessor Course — Project Discussion · 2026-05-17</vt:lpwstr>
  </property>
</Properties>
</file>